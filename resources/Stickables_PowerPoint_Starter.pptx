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E31B23"/>
                </a:solidFill>
              </a:defRPr>
            </a:pPr>
            <a:r>
              <a:t>THE STICKABLES STORE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Your fictional collection • Created by: [Name]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31B23"/>
                </a:solidFill>
              </a:defRPr>
            </a:pPr>
            <a:r>
              <a:t>MEET THE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Introduce 3–4 original Stickables characters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Give each a name, personality and special power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Add original drawings, icons or suitable images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31B23"/>
                </a:solidFill>
              </a:defRPr>
            </a:pPr>
            <a:r>
              <a:t>THE SALES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Insert a chart from your Excel workbook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Share two interesting facts from your analysis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Explain what the numbers suggest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7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31B23"/>
                </a:solidFill>
              </a:defRPr>
            </a:pPr>
            <a:r>
              <a:t>WHY COLLECT THEM?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Give two reasons people might enjoy the collection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Suggest a fun, fair way to encourage collecting</a:t>
            </a:r>
          </a:p>
          <a:p>
            <a:pPr>
              <a:spcAft>
                <a:spcPts val="1800"/>
              </a:spcAft>
              <a:defRPr sz="2200">
                <a:solidFill>
                  <a:srgbClr val="222222"/>
                </a:solidFill>
              </a:defRPr>
            </a:pPr>
            <a:r>
              <a:t>• Finish with a clear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